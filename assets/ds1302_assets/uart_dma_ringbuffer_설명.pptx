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144" y="3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09722-ABA4-4C45-8E0F-1FC0642A2EF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B7923-8DAE-4DC1-926B-989891E838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139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09722-ABA4-4C45-8E0F-1FC0642A2EF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B7923-8DAE-4DC1-926B-989891E838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882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09722-ABA4-4C45-8E0F-1FC0642A2EF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B7923-8DAE-4DC1-926B-989891E838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0640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09722-ABA4-4C45-8E0F-1FC0642A2EF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B7923-8DAE-4DC1-926B-989891E838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907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09722-ABA4-4C45-8E0F-1FC0642A2EF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B7923-8DAE-4DC1-926B-989891E838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909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09722-ABA4-4C45-8E0F-1FC0642A2EF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B7923-8DAE-4DC1-926B-989891E838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638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09722-ABA4-4C45-8E0F-1FC0642A2EF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B7923-8DAE-4DC1-926B-989891E838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1442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09722-ABA4-4C45-8E0F-1FC0642A2EF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B7923-8DAE-4DC1-926B-989891E838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279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09722-ABA4-4C45-8E0F-1FC0642A2EF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B7923-8DAE-4DC1-926B-989891E838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822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09722-ABA4-4C45-8E0F-1FC0642A2EF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B7923-8DAE-4DC1-926B-989891E838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5616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09722-ABA4-4C45-8E0F-1FC0642A2EF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B7923-8DAE-4DC1-926B-989891E838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0781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E09722-ABA4-4C45-8E0F-1FC0642A2EF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DB7923-8DAE-4DC1-926B-989891E838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901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/>
        </p:nvGrpSpPr>
        <p:grpSpPr>
          <a:xfrm>
            <a:off x="3303569" y="1535688"/>
            <a:ext cx="5584862" cy="697642"/>
            <a:chOff x="1776475" y="1278940"/>
            <a:chExt cx="5584862" cy="697642"/>
          </a:xfrm>
        </p:grpSpPr>
        <p:sp>
          <p:nvSpPr>
            <p:cNvPr id="4" name="직사각형 3"/>
            <p:cNvSpPr/>
            <p:nvPr/>
          </p:nvSpPr>
          <p:spPr>
            <a:xfrm>
              <a:off x="1776475" y="1278940"/>
              <a:ext cx="698870" cy="697642"/>
            </a:xfrm>
            <a:prstGeom prst="rect">
              <a:avLst/>
            </a:prstGeom>
            <a:solidFill>
              <a:schemeClr val="bg1"/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H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2475345" y="1278940"/>
              <a:ext cx="698870" cy="697642"/>
            </a:xfrm>
            <a:prstGeom prst="rect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3174215" y="1278940"/>
              <a:ext cx="698870" cy="697642"/>
            </a:xfrm>
            <a:prstGeom prst="rect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L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3876134" y="1278940"/>
              <a:ext cx="698870" cy="697642"/>
            </a:xfrm>
            <a:prstGeom prst="rect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L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4571955" y="1278940"/>
              <a:ext cx="698870" cy="697642"/>
            </a:xfrm>
            <a:prstGeom prst="rect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O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5270825" y="1278940"/>
              <a:ext cx="698870" cy="697642"/>
            </a:xfrm>
            <a:prstGeom prst="rect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5966646" y="1278940"/>
              <a:ext cx="698870" cy="697642"/>
            </a:xfrm>
            <a:prstGeom prst="rect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6662467" y="1278940"/>
              <a:ext cx="698870" cy="697642"/>
            </a:xfrm>
            <a:prstGeom prst="rect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5" name="직선 화살표 연결선 14"/>
          <p:cNvCxnSpPr/>
          <p:nvPr/>
        </p:nvCxnSpPr>
        <p:spPr>
          <a:xfrm>
            <a:off x="5752663" y="2233330"/>
            <a:ext cx="0" cy="56341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957838" y="2926650"/>
            <a:ext cx="1589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Half</a:t>
            </a:r>
          </a:p>
          <a:p>
            <a:pPr algn="ctr"/>
            <a:r>
              <a:rPr lang="en-US" altLang="ko-KR" dirty="0" smtClean="0"/>
              <a:t>interrupt</a:t>
            </a:r>
            <a:endParaRPr lang="ko-KR" altLang="en-US" dirty="0"/>
          </a:p>
        </p:txBody>
      </p:sp>
      <p:sp>
        <p:nvSpPr>
          <p:cNvPr id="19" name="오른쪽 중괄호 18"/>
          <p:cNvSpPr/>
          <p:nvPr/>
        </p:nvSpPr>
        <p:spPr>
          <a:xfrm rot="16200000">
            <a:off x="4839320" y="-563480"/>
            <a:ext cx="422849" cy="3494348"/>
          </a:xfrm>
          <a:prstGeom prst="rightBrace">
            <a:avLst/>
          </a:prstGeom>
          <a:ln w="28575">
            <a:solidFill>
              <a:srgbClr val="2F55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4752425" y="347987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5">
                    <a:lumMod val="75000"/>
                  </a:schemeClr>
                </a:solidFill>
              </a:rPr>
              <a:t>Size</a:t>
            </a:r>
            <a:endParaRPr lang="ko-KR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1" name="직선 화살표 연결선 20"/>
          <p:cNvCxnSpPr/>
          <p:nvPr/>
        </p:nvCxnSpPr>
        <p:spPr>
          <a:xfrm flipH="1">
            <a:off x="6448483" y="2233330"/>
            <a:ext cx="1" cy="12676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53659" y="3572981"/>
            <a:ext cx="1589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Idle</a:t>
            </a:r>
          </a:p>
          <a:p>
            <a:pPr algn="ctr"/>
            <a:r>
              <a:rPr lang="en-US" altLang="ko-KR" dirty="0" smtClean="0"/>
              <a:t>interrupt</a:t>
            </a:r>
            <a:endParaRPr lang="ko-KR" altLang="en-US" dirty="0"/>
          </a:p>
        </p:txBody>
      </p:sp>
      <p:cxnSp>
        <p:nvCxnSpPr>
          <p:cNvPr id="41" name="직선 화살표 연결선 40"/>
          <p:cNvCxnSpPr>
            <a:endCxn id="4" idx="2"/>
          </p:cNvCxnSpPr>
          <p:nvPr/>
        </p:nvCxnSpPr>
        <p:spPr>
          <a:xfrm flipH="1" flipV="1">
            <a:off x="3653004" y="2233330"/>
            <a:ext cx="4595" cy="408270"/>
          </a:xfrm>
          <a:prstGeom prst="straightConnector1">
            <a:avLst/>
          </a:prstGeom>
          <a:ln w="28575">
            <a:solidFill>
              <a:srgbClr val="2F559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867326" y="2649665"/>
            <a:ext cx="1589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>
                <a:solidFill>
                  <a:schemeClr val="accent5">
                    <a:lumMod val="75000"/>
                  </a:schemeClr>
                </a:solidFill>
              </a:rPr>
              <a:t>u</a:t>
            </a:r>
            <a:r>
              <a:rPr lang="en-US" altLang="ko-KR" dirty="0" err="1" smtClean="0">
                <a:solidFill>
                  <a:schemeClr val="accent5">
                    <a:lumMod val="75000"/>
                  </a:schemeClr>
                </a:solidFill>
              </a:rPr>
              <a:t>art_h</a:t>
            </a:r>
            <a:endParaRPr lang="ko-KR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207788" y="5172435"/>
            <a:ext cx="79158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 smtClean="0"/>
              <a:t>Half interrupt</a:t>
            </a:r>
            <a:r>
              <a:rPr lang="ko-KR" altLang="en-US" dirty="0" smtClean="0"/>
              <a:t>로 인해 </a:t>
            </a:r>
            <a:r>
              <a:rPr lang="en-US" altLang="ko-KR" dirty="0" smtClean="0"/>
              <a:t>HELL</a:t>
            </a:r>
            <a:r>
              <a:rPr lang="ko-KR" altLang="en-US" dirty="0" smtClean="0"/>
              <a:t>이 </a:t>
            </a:r>
            <a:r>
              <a:rPr lang="en-US" altLang="ko-KR" dirty="0" err="1" smtClean="0"/>
              <a:t>recv_val</a:t>
            </a:r>
            <a:r>
              <a:rPr lang="ko-KR" altLang="en-US" dirty="0" smtClean="0"/>
              <a:t>에 들어가지 않도록 예외처리 필요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en-US" altLang="ko-KR" dirty="0" smtClean="0"/>
              <a:t>Size</a:t>
            </a:r>
            <a:r>
              <a:rPr lang="ko-KR" altLang="en-US" dirty="0" smtClean="0"/>
              <a:t>와 </a:t>
            </a:r>
            <a:r>
              <a:rPr lang="en-US" altLang="ko-KR" dirty="0" err="1" smtClean="0"/>
              <a:t>uart_h</a:t>
            </a:r>
            <a:r>
              <a:rPr lang="ko-KR" altLang="en-US" dirty="0"/>
              <a:t> </a:t>
            </a:r>
            <a:r>
              <a:rPr lang="ko-KR" altLang="en-US" dirty="0" smtClean="0"/>
              <a:t>사이의 값을 </a:t>
            </a:r>
            <a:r>
              <a:rPr lang="en-US" altLang="ko-KR" dirty="0" err="1" smtClean="0"/>
              <a:t>recv_val</a:t>
            </a:r>
            <a:r>
              <a:rPr lang="ko-KR" altLang="en-US" dirty="0" smtClean="0"/>
              <a:t>에 넣으면 됨</a:t>
            </a:r>
            <a:endParaRPr lang="en-US" altLang="ko-KR" dirty="0" smtClean="0"/>
          </a:p>
        </p:txBody>
      </p:sp>
      <p:sp>
        <p:nvSpPr>
          <p:cNvPr id="48" name="TextBox 47"/>
          <p:cNvSpPr txBox="1"/>
          <p:nvPr/>
        </p:nvSpPr>
        <p:spPr>
          <a:xfrm>
            <a:off x="2231308" y="4617858"/>
            <a:ext cx="2662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통상적인 </a:t>
            </a:r>
            <a:r>
              <a:rPr lang="en-US" altLang="ko-KR" dirty="0" smtClean="0"/>
              <a:t>UART RX </a:t>
            </a:r>
            <a:r>
              <a:rPr lang="ko-KR" altLang="en-US" dirty="0" smtClean="0"/>
              <a:t>상황</a:t>
            </a:r>
            <a:endParaRPr lang="ko-KR" altLang="en-US" dirty="0"/>
          </a:p>
        </p:txBody>
      </p:sp>
      <p:cxnSp>
        <p:nvCxnSpPr>
          <p:cNvPr id="49" name="직선 화살표 연결선 48"/>
          <p:cNvCxnSpPr/>
          <p:nvPr/>
        </p:nvCxnSpPr>
        <p:spPr>
          <a:xfrm>
            <a:off x="6990335" y="3896146"/>
            <a:ext cx="314037" cy="1"/>
          </a:xfrm>
          <a:prstGeom prst="straightConnector1">
            <a:avLst/>
          </a:prstGeom>
          <a:ln w="28575">
            <a:solidFill>
              <a:srgbClr val="2F559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304372" y="3704069"/>
            <a:ext cx="1106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 smtClean="0">
                <a:solidFill>
                  <a:schemeClr val="accent5">
                    <a:lumMod val="75000"/>
                  </a:schemeClr>
                </a:solidFill>
              </a:rPr>
              <a:t>recv_val</a:t>
            </a:r>
            <a:endParaRPr lang="ko-KR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0969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/>
          <p:cNvGrpSpPr/>
          <p:nvPr/>
        </p:nvGrpSpPr>
        <p:grpSpPr>
          <a:xfrm>
            <a:off x="3303570" y="1448403"/>
            <a:ext cx="5584862" cy="697642"/>
            <a:chOff x="1776475" y="1278940"/>
            <a:chExt cx="5584862" cy="697642"/>
          </a:xfrm>
        </p:grpSpPr>
        <p:sp>
          <p:nvSpPr>
            <p:cNvPr id="25" name="직사각형 24"/>
            <p:cNvSpPr/>
            <p:nvPr/>
          </p:nvSpPr>
          <p:spPr>
            <a:xfrm>
              <a:off x="1776475" y="1278940"/>
              <a:ext cx="698870" cy="697642"/>
            </a:xfrm>
            <a:prstGeom prst="rect">
              <a:avLst/>
            </a:prstGeom>
            <a:solidFill>
              <a:schemeClr val="bg1"/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2475345" y="1278940"/>
              <a:ext cx="698870" cy="697642"/>
            </a:xfrm>
            <a:prstGeom prst="rect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L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3174215" y="1278940"/>
              <a:ext cx="698870" cy="697642"/>
            </a:xfrm>
            <a:prstGeom prst="rect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O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3876134" y="1278940"/>
              <a:ext cx="698870" cy="697642"/>
            </a:xfrm>
            <a:prstGeom prst="rect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4571955" y="1278940"/>
              <a:ext cx="698870" cy="697642"/>
            </a:xfrm>
            <a:prstGeom prst="rect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5270825" y="1278940"/>
              <a:ext cx="698870" cy="697642"/>
            </a:xfrm>
            <a:prstGeom prst="rect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5966646" y="1278940"/>
              <a:ext cx="698870" cy="697642"/>
            </a:xfrm>
            <a:prstGeom prst="rect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H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6662467" y="1278940"/>
              <a:ext cx="698870" cy="697642"/>
            </a:xfrm>
            <a:prstGeom prst="rect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4" name="직선 화살표 연결선 33"/>
          <p:cNvCxnSpPr/>
          <p:nvPr/>
        </p:nvCxnSpPr>
        <p:spPr>
          <a:xfrm>
            <a:off x="8538997" y="2146045"/>
            <a:ext cx="0" cy="56341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980197" y="2839958"/>
            <a:ext cx="111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Full</a:t>
            </a:r>
          </a:p>
          <a:p>
            <a:pPr algn="ctr"/>
            <a:r>
              <a:rPr lang="en-US" altLang="ko-KR" dirty="0" smtClean="0"/>
              <a:t>interrupt</a:t>
            </a:r>
            <a:endParaRPr lang="ko-KR" altLang="en-US" dirty="0"/>
          </a:p>
        </p:txBody>
      </p:sp>
      <p:sp>
        <p:nvSpPr>
          <p:cNvPr id="37" name="오른쪽 중괄호 36"/>
          <p:cNvSpPr/>
          <p:nvPr/>
        </p:nvSpPr>
        <p:spPr>
          <a:xfrm rot="16200000">
            <a:off x="4140452" y="48104"/>
            <a:ext cx="422849" cy="2096610"/>
          </a:xfrm>
          <a:prstGeom prst="rightBrace">
            <a:avLst/>
          </a:prstGeom>
          <a:ln w="28575">
            <a:solidFill>
              <a:srgbClr val="2F55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4053556" y="360780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5">
                    <a:lumMod val="75000"/>
                  </a:schemeClr>
                </a:solidFill>
              </a:rPr>
              <a:t>Size</a:t>
            </a:r>
            <a:endParaRPr lang="ko-KR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39" name="직선 화살표 연결선 38"/>
          <p:cNvCxnSpPr/>
          <p:nvPr/>
        </p:nvCxnSpPr>
        <p:spPr>
          <a:xfrm flipH="1">
            <a:off x="5042395" y="2146045"/>
            <a:ext cx="1" cy="12676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247571" y="3485696"/>
            <a:ext cx="1589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Idle</a:t>
            </a:r>
          </a:p>
          <a:p>
            <a:pPr algn="ctr"/>
            <a:r>
              <a:rPr lang="en-US" altLang="ko-KR" dirty="0" smtClean="0"/>
              <a:t>interrupt</a:t>
            </a:r>
            <a:endParaRPr lang="ko-KR" altLang="en-US" dirty="0"/>
          </a:p>
        </p:txBody>
      </p:sp>
      <p:cxnSp>
        <p:nvCxnSpPr>
          <p:cNvPr id="45" name="직선 화살표 연결선 44"/>
          <p:cNvCxnSpPr/>
          <p:nvPr/>
        </p:nvCxnSpPr>
        <p:spPr>
          <a:xfrm flipH="1" flipV="1">
            <a:off x="7837078" y="2144905"/>
            <a:ext cx="4595" cy="408270"/>
          </a:xfrm>
          <a:prstGeom prst="straightConnector1">
            <a:avLst/>
          </a:prstGeom>
          <a:ln w="28575">
            <a:solidFill>
              <a:srgbClr val="2F559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051400" y="2561240"/>
            <a:ext cx="1589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>
                <a:solidFill>
                  <a:schemeClr val="accent5">
                    <a:lumMod val="75000"/>
                  </a:schemeClr>
                </a:solidFill>
              </a:rPr>
              <a:t>u</a:t>
            </a:r>
            <a:r>
              <a:rPr lang="en-US" altLang="ko-KR" dirty="0" err="1" smtClean="0">
                <a:solidFill>
                  <a:schemeClr val="accent5">
                    <a:lumMod val="75000"/>
                  </a:schemeClr>
                </a:solidFill>
              </a:rPr>
              <a:t>art_h</a:t>
            </a:r>
            <a:endParaRPr lang="ko-KR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42" name="직선 화살표 연결선 41"/>
          <p:cNvCxnSpPr/>
          <p:nvPr/>
        </p:nvCxnSpPr>
        <p:spPr>
          <a:xfrm>
            <a:off x="5531159" y="3807675"/>
            <a:ext cx="314037" cy="1"/>
          </a:xfrm>
          <a:prstGeom prst="straightConnector1">
            <a:avLst/>
          </a:prstGeom>
          <a:ln w="28575">
            <a:solidFill>
              <a:srgbClr val="2F559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845196" y="3615598"/>
            <a:ext cx="1106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 smtClean="0">
                <a:solidFill>
                  <a:schemeClr val="accent5">
                    <a:lumMod val="75000"/>
                  </a:schemeClr>
                </a:solidFill>
              </a:rPr>
              <a:t>recv_val</a:t>
            </a:r>
            <a:endParaRPr lang="ko-KR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207788" y="5172435"/>
            <a:ext cx="82635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 smtClean="0"/>
              <a:t>Full interrupt</a:t>
            </a:r>
            <a:r>
              <a:rPr lang="ko-KR" altLang="en-US" dirty="0" smtClean="0"/>
              <a:t>로 인해 </a:t>
            </a:r>
            <a:r>
              <a:rPr lang="en-US" altLang="ko-KR" dirty="0" smtClean="0"/>
              <a:t>HE</a:t>
            </a:r>
            <a:r>
              <a:rPr lang="ko-KR" altLang="en-US" dirty="0" smtClean="0"/>
              <a:t>이 </a:t>
            </a:r>
            <a:r>
              <a:rPr lang="en-US" altLang="ko-KR" dirty="0" err="1" smtClean="0"/>
              <a:t>recv_val</a:t>
            </a:r>
            <a:r>
              <a:rPr lang="ko-KR" altLang="en-US" dirty="0" smtClean="0"/>
              <a:t>에 들어가지 않도록 예외처리 필요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en-US" altLang="ko-KR" dirty="0" err="1" smtClean="0"/>
              <a:t>uart_h</a:t>
            </a:r>
            <a:r>
              <a:rPr lang="ko-KR" altLang="en-US" dirty="0" smtClean="0"/>
              <a:t>부터 버퍼 끝까지 </a:t>
            </a:r>
            <a:r>
              <a:rPr lang="en-US" altLang="ko-KR" dirty="0" err="1" smtClean="0"/>
              <a:t>recv_val</a:t>
            </a:r>
            <a:r>
              <a:rPr lang="ko-KR" altLang="en-US" dirty="0" smtClean="0"/>
              <a:t>에 쓰고 </a:t>
            </a:r>
            <a:r>
              <a:rPr lang="en-US" altLang="ko-KR" dirty="0" smtClean="0"/>
              <a:t>index 0</a:t>
            </a:r>
            <a:r>
              <a:rPr lang="ko-KR" altLang="en-US" dirty="0" smtClean="0"/>
              <a:t>부터 </a:t>
            </a:r>
            <a:r>
              <a:rPr lang="en-US" altLang="ko-KR" dirty="0" smtClean="0"/>
              <a:t>Size</a:t>
            </a:r>
            <a:r>
              <a:rPr lang="ko-KR" altLang="en-US" dirty="0" smtClean="0"/>
              <a:t>만큼 </a:t>
            </a:r>
            <a:r>
              <a:rPr lang="en-US" altLang="ko-KR" dirty="0" err="1" smtClean="0"/>
              <a:t>recv_val</a:t>
            </a:r>
            <a:r>
              <a:rPr lang="ko-KR" altLang="en-US" dirty="0" smtClean="0"/>
              <a:t>에 씀</a:t>
            </a:r>
            <a:endParaRPr lang="en-US" altLang="ko-KR" dirty="0" smtClean="0"/>
          </a:p>
        </p:txBody>
      </p:sp>
      <p:sp>
        <p:nvSpPr>
          <p:cNvPr id="48" name="TextBox 47"/>
          <p:cNvSpPr txBox="1"/>
          <p:nvPr/>
        </p:nvSpPr>
        <p:spPr>
          <a:xfrm>
            <a:off x="2231308" y="4617858"/>
            <a:ext cx="4987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버퍼가 가득 차서 </a:t>
            </a:r>
            <a:r>
              <a:rPr lang="en-US" altLang="ko-KR" dirty="0" smtClean="0"/>
              <a:t>index 0</a:t>
            </a:r>
            <a:r>
              <a:rPr lang="ko-KR" altLang="en-US" dirty="0" smtClean="0"/>
              <a:t>부터 다시 쓰는 상황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0333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85</Words>
  <Application>Microsoft Office PowerPoint</Application>
  <PresentationFormat>와이드스크린</PresentationFormat>
  <Paragraphs>30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kccistc</dc:creator>
  <cp:lastModifiedBy>kccistc</cp:lastModifiedBy>
  <cp:revision>3</cp:revision>
  <dcterms:created xsi:type="dcterms:W3CDTF">2025-12-18T03:19:44Z</dcterms:created>
  <dcterms:modified xsi:type="dcterms:W3CDTF">2025-12-18T03:35:16Z</dcterms:modified>
</cp:coreProperties>
</file>