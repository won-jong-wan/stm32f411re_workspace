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54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59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87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0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1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20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92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21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41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58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E7C17-3CF6-4A90-BA57-DA863C687DAB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F15C3-E07D-44A6-86F9-861C15EC3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88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왕꿈틀이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원종완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오정선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59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10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img.notionusercontent.com/s3/prod-files-secure%2F6d8dfb15-0001-489c-860f-715cf05a57d7%2Fed2b0330-efb1-426b-8224-b20898d0aef8%2Fimage.png/size/w=2000?exp=1754465402&amp;sig=7PM7dra7MK6wN6Po5Uvd5qR5eCxnXTJCu5GLLQcGoww&amp;id=246c5962-3e61-80c5-bd99-c7c3cd30e1a7&amp;table=block&amp;userId=e76bb25e-dc72-4491-b529-f7258445c1c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1" y="154590"/>
            <a:ext cx="11717111" cy="594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23886" y="16691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구성도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27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30" y="610733"/>
            <a:ext cx="69818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4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</Words>
  <Application>Microsoft Office PowerPoint</Application>
  <PresentationFormat>와이드스크린</PresentationFormat>
  <Paragraphs>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왕꿈틀이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왕꿈틀이</dc:title>
  <dc:creator>kccistc</dc:creator>
  <cp:lastModifiedBy>kccistc</cp:lastModifiedBy>
  <cp:revision>3</cp:revision>
  <dcterms:created xsi:type="dcterms:W3CDTF">2025-08-06T07:15:19Z</dcterms:created>
  <dcterms:modified xsi:type="dcterms:W3CDTF">2025-08-06T07:41:03Z</dcterms:modified>
</cp:coreProperties>
</file>